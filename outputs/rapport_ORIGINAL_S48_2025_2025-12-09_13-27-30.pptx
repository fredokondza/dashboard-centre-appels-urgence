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A33"/>
                </a:solidFill>
              </a:defRPr>
            </a:pPr>
            <a:r>
              <a:t>RAPPORT HEBDOMADAIRE</a:t>
            </a:r>
          </a:p>
          <a:p>
            <a:pPr algn="ctr">
              <a:defRPr sz="3600" b="1">
                <a:solidFill>
                  <a:srgbClr val="007A33"/>
                </a:solidFill>
              </a:defRPr>
            </a:pPr>
            <a:r>
              <a:t>CENTRE D'APPELS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Semaine : S48_2025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12529"/>
                </a:solidFill>
              </a:defRPr>
            </a:pPr>
            <a:r>
              <a:t>Du 24/11/2025 au 30/11/2025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FAITS SAILLANTS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E1126"/>
                </a:solidFill>
              </a:defRPr>
            </a:pPr>
            <a:r>
              <a:t>📞 829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12529"/>
                </a:solidFill>
              </a:defRPr>
            </a:pPr>
            <a:r>
              <a:t>Moyenne : 118 appels/jour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529"/>
                </a:solidFill>
              </a:defRPr>
            </a:pPr>
            <a:r>
              <a:t>1. Appels Farces: 823 appels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529"/>
                </a:solidFill>
              </a:defRPr>
            </a:pPr>
            <a:r>
              <a:t>2. Appels de Harcèlement: 78 appels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529"/>
                </a:solidFill>
              </a:defRPr>
            </a:pPr>
            <a:r>
              <a:t>3. Couverture Santé Universelle: 13 appels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529"/>
                </a:solidFill>
              </a:defRPr>
            </a:pPr>
            <a:r>
              <a:t>4. Structures de Référence: 6 appels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529"/>
                </a:solidFill>
              </a:defRPr>
            </a:pPr>
            <a:r>
              <a:t>5. Rumeurs Sanitaires: 6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pPr algn="ctr">
              <a:defRPr sz="2000">
                <a:solidFill>
                  <a:srgbClr val="FFD700"/>
                </a:solidFill>
              </a:defRPr>
            </a:pPr>
            <a:r>
              <a:t>Centre d'Appels 1510 - MINSANTÉ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