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Valeurs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Aucune donnée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Sheet1!$A$2:$A$2</c:f>
              <c:strCache>
                <c:ptCount val="1"/>
                <c:pt idx="0">
                  <c:v>S48_2025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A33"/>
                </a:solidFill>
              </a:defRPr>
            </a:pPr>
            <a:r>
              <a:t>🏥 Renseignements Santé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E1126"/>
                </a:solidFill>
              </a:defRPr>
            </a:pPr>
            <a:r>
              <a:t>🚑 Assistances Médicales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1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46720" y="24688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6EFD"/>
                </a:solidFill>
              </a:defRPr>
            </a:pPr>
            <a:r>
              <a:t>📡 Signaux de Surveillance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046720" y="2743200"/>
          <a:ext cx="3474720" cy="3474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S48_2025 vs S48_2025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366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8304"/>
                <a:gridCol w="4718304"/>
              </a:tblGrid>
              <a:tr h="2286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S48_2025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Pas de données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S48_2025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Qu'elle est la durée de validité d'une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Est-ce qu'un Diabétique peut bénéficier de la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Comment obtenir une carte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Quels sont les centres de santé agréés CSU ?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Puis-je utiliser ma carte CSU dans toutes les régions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