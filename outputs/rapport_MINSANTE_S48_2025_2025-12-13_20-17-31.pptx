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d'appels</c:v>
                </c:pt>
              </c:strCache>
            </c:strRef>
          </c:tx>
          <c:spPr>
            <a:solidFill>
              <a:srgbClr val="007A33"/>
            </a:solidFill>
          </c:spPr>
          <c:dLbls>
            <c:txPr>
              <a:bodyPr/>
              <a:lstStyle/>
              <a:p>
                <a:pPr>
                  <a:defRPr sz="900" b="1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S48_2025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S48_2025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 ce qu'on peut avoir une CSU avant d'accoucher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Combien coûte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 est le délai pour recevoir la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structures de santé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Analyse des tendances hebdomadaires des appels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Évaluation de la satisfaction des usagers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