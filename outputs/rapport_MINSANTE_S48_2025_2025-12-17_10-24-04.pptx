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Couverture Santé Universelle</c:v>
                </c:pt>
                <c:pt idx="1">
                  <c:v>Structures de Référence</c:v>
                </c:pt>
                <c:pt idx="2">
                  <c:v>Rumeurs Sanitaires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Urgences Médicales</c:v>
                </c:pt>
                <c:pt idx="1">
                  <c:v>Gestion de Maladies</c:v>
                </c:pt>
                <c:pt idx="2">
                  <c:v>Autres Appels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Sheet1!$A$2:$A$45</c:f>
              <c:strCache>
                <c:ptCount val="44"/>
                <c:pt idx="0">
                  <c:v>S5_2025</c:v>
                </c:pt>
                <c:pt idx="1">
                  <c:v>S6_2025</c:v>
                </c:pt>
                <c:pt idx="2">
                  <c:v>S7_2025</c:v>
                </c:pt>
                <c:pt idx="3">
                  <c:v>S8_2025</c:v>
                </c:pt>
                <c:pt idx="4">
                  <c:v>S9_2025</c:v>
                </c:pt>
                <c:pt idx="5">
                  <c:v>S10_2025</c:v>
                </c:pt>
                <c:pt idx="6">
                  <c:v>S11_2025</c:v>
                </c:pt>
                <c:pt idx="7">
                  <c:v>S12_2025</c:v>
                </c:pt>
                <c:pt idx="8">
                  <c:v>S13_2025</c:v>
                </c:pt>
                <c:pt idx="9">
                  <c:v>S14_2025</c:v>
                </c:pt>
                <c:pt idx="10">
                  <c:v>S15_2025</c:v>
                </c:pt>
                <c:pt idx="11">
                  <c:v>S16_2025</c:v>
                </c:pt>
                <c:pt idx="12">
                  <c:v>S17_2025</c:v>
                </c:pt>
                <c:pt idx="13">
                  <c:v>S18_2025</c:v>
                </c:pt>
                <c:pt idx="14">
                  <c:v>S19_2025</c:v>
                </c:pt>
                <c:pt idx="15">
                  <c:v>S20_2025</c:v>
                </c:pt>
                <c:pt idx="16">
                  <c:v>S21_2025</c:v>
                </c:pt>
                <c:pt idx="17">
                  <c:v>S22_2025</c:v>
                </c:pt>
                <c:pt idx="18">
                  <c:v>S23_2025</c:v>
                </c:pt>
                <c:pt idx="19">
                  <c:v>S24_2025</c:v>
                </c:pt>
                <c:pt idx="20">
                  <c:v>S25_2025</c:v>
                </c:pt>
                <c:pt idx="21">
                  <c:v>S26_2025</c:v>
                </c:pt>
                <c:pt idx="22">
                  <c:v>S27_2025</c:v>
                </c:pt>
                <c:pt idx="23">
                  <c:v>S28_2025</c:v>
                </c:pt>
                <c:pt idx="24">
                  <c:v>S29_2025</c:v>
                </c:pt>
                <c:pt idx="25">
                  <c:v>S30_2025</c:v>
                </c:pt>
                <c:pt idx="26">
                  <c:v>S31_2025</c:v>
                </c:pt>
                <c:pt idx="27">
                  <c:v>S32_2025</c:v>
                </c:pt>
                <c:pt idx="28">
                  <c:v>S33_2025</c:v>
                </c:pt>
                <c:pt idx="29">
                  <c:v>S34_2025</c:v>
                </c:pt>
                <c:pt idx="30">
                  <c:v>S35_2025</c:v>
                </c:pt>
                <c:pt idx="31">
                  <c:v>S36_2025</c:v>
                </c:pt>
                <c:pt idx="32">
                  <c:v>S37_2025</c:v>
                </c:pt>
                <c:pt idx="33">
                  <c:v>S38_2025</c:v>
                </c:pt>
                <c:pt idx="34">
                  <c:v>S39_2025</c:v>
                </c:pt>
                <c:pt idx="35">
                  <c:v>S40_2025</c:v>
                </c:pt>
                <c:pt idx="36">
                  <c:v>S41_2025</c:v>
                </c:pt>
                <c:pt idx="37">
                  <c:v>S42_2025</c:v>
                </c:pt>
                <c:pt idx="38">
                  <c:v>S43_2025</c:v>
                </c:pt>
                <c:pt idx="39">
                  <c:v>S44_2025</c:v>
                </c:pt>
                <c:pt idx="40">
                  <c:v>S45_2025</c:v>
                </c:pt>
                <c:pt idx="41">
                  <c:v>S46_2025</c:v>
                </c:pt>
                <c:pt idx="42">
                  <c:v>S47_2025</c:v>
                </c:pt>
                <c:pt idx="43">
                  <c:v>S48_2025</c:v>
                </c:pt>
              </c:strCache>
            </c:str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614</c:v>
                </c:pt>
                <c:pt idx="1">
                  <c:v>752</c:v>
                </c:pt>
                <c:pt idx="2">
                  <c:v>1273</c:v>
                </c:pt>
                <c:pt idx="3">
                  <c:v>1277</c:v>
                </c:pt>
                <c:pt idx="4">
                  <c:v>1293</c:v>
                </c:pt>
                <c:pt idx="5">
                  <c:v>1158</c:v>
                </c:pt>
                <c:pt idx="6">
                  <c:v>1127</c:v>
                </c:pt>
                <c:pt idx="7">
                  <c:v>855</c:v>
                </c:pt>
                <c:pt idx="8">
                  <c:v>1110</c:v>
                </c:pt>
                <c:pt idx="9">
                  <c:v>1055</c:v>
                </c:pt>
                <c:pt idx="10">
                  <c:v>987</c:v>
                </c:pt>
                <c:pt idx="11">
                  <c:v>1738</c:v>
                </c:pt>
                <c:pt idx="12">
                  <c:v>1146</c:v>
                </c:pt>
                <c:pt idx="13">
                  <c:v>1209</c:v>
                </c:pt>
                <c:pt idx="14">
                  <c:v>1249</c:v>
                </c:pt>
                <c:pt idx="15">
                  <c:v>902</c:v>
                </c:pt>
                <c:pt idx="16">
                  <c:v>1030</c:v>
                </c:pt>
                <c:pt idx="17">
                  <c:v>1105</c:v>
                </c:pt>
                <c:pt idx="18">
                  <c:v>1154</c:v>
                </c:pt>
                <c:pt idx="19">
                  <c:v>1081</c:v>
                </c:pt>
                <c:pt idx="20">
                  <c:v>962</c:v>
                </c:pt>
                <c:pt idx="21">
                  <c:v>971</c:v>
                </c:pt>
                <c:pt idx="22">
                  <c:v>1144</c:v>
                </c:pt>
                <c:pt idx="23">
                  <c:v>908</c:v>
                </c:pt>
                <c:pt idx="24">
                  <c:v>1013</c:v>
                </c:pt>
                <c:pt idx="25">
                  <c:v>835</c:v>
                </c:pt>
                <c:pt idx="26">
                  <c:v>923</c:v>
                </c:pt>
                <c:pt idx="27">
                  <c:v>931</c:v>
                </c:pt>
                <c:pt idx="28">
                  <c:v>994</c:v>
                </c:pt>
                <c:pt idx="29">
                  <c:v>1046</c:v>
                </c:pt>
                <c:pt idx="30">
                  <c:v>760</c:v>
                </c:pt>
                <c:pt idx="31">
                  <c:v>991</c:v>
                </c:pt>
                <c:pt idx="32">
                  <c:v>1066</c:v>
                </c:pt>
                <c:pt idx="33">
                  <c:v>728</c:v>
                </c:pt>
                <c:pt idx="34">
                  <c:v>624</c:v>
                </c:pt>
                <c:pt idx="35">
                  <c:v>685</c:v>
                </c:pt>
                <c:pt idx="36">
                  <c:v>771</c:v>
                </c:pt>
                <c:pt idx="37">
                  <c:v>927</c:v>
                </c:pt>
                <c:pt idx="38">
                  <c:v>871</c:v>
                </c:pt>
                <c:pt idx="39">
                  <c:v>943</c:v>
                </c:pt>
                <c:pt idx="40">
                  <c:v>1113</c:v>
                </c:pt>
                <c:pt idx="41">
                  <c:v>1223</c:v>
                </c:pt>
                <c:pt idx="42">
                  <c:v>1176</c:v>
                </c:pt>
                <c:pt idx="43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25 Renseignements Santé  |  🚑 10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t>🏥 Renseignements Santé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E1126"/>
                </a:solidFill>
              </a:defRPr>
            </a:pPr>
            <a:r>
              <a:t>🚑 Assistances Médicales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1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📡 Signaux de Surveillance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0467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S47_2025 vs S48_2025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366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975104"/>
                <a:gridCol w="1975104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S47_2025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S48_2025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Renseignements Santé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Assistances Médicales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T="45720" marB="45720"/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Assistances Psycho-Sociales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Signaux d'Alerte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Appels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1123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901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1176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943</a:t>
                      </a:r>
                    </a:p>
                  </a:txBody>
                  <a:tcPr marT="45720" marB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S5_2025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Est-ce qu'un Diabétique peut bénéficier de la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Comment obtenir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Quels sont les centres de santé agréés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régions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