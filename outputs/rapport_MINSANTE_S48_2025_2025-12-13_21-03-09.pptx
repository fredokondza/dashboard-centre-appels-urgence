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Aucune donnée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Aucune donnée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Aucune donnée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Nombre d'appels</c:v>
                </c:pt>
              </c:strCache>
            </c:strRef>
          </c:tx>
          <c:spPr>
            <a:solidFill>
              <a:srgbClr val="007A33"/>
            </a:solidFill>
          </c:spPr>
          <c:cat>
            <c:strRef>
              <c:f>Sheet1!$A$2:$A$2</c:f>
              <c:strCache>
                <c:ptCount val="1"/>
                <c:pt idx="0">
                  <c:v>S48_2025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MINISTÈRE DE LA SANTÉ PUBLIQUE - RÉPUBLIQUE DU CAMEROUN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007A33"/>
                </a:solidFill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12529"/>
                </a:solidFill>
              </a:rPr>
              <a:t>DU CENTRE D'APPELS
D'URGENCE SANITAIRE
</a:t>
            </a:r>
          </a:p>
          <a:p>
            <a:r>
              <a:rPr sz="2800" b="0">
                <a:solidFill>
                  <a:srgbClr val="CE1126"/>
                </a:solidFill>
              </a:rPr>
              <a:t>
au 30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Centre d'Appels d'Urgence Sanitaire - Numéro d'urgence : 1510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FAITS SAILLANTS DU 24 AU 30 NOVEMBER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E1126"/>
                </a:solidFill>
              </a:defRPr>
            </a:pPr>
            <a:r>
              <a:t>📞 829 NOUVEAUX APPELS REÇUS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529"/>
                </a:solidFill>
              </a:defRPr>
            </a:pPr>
            <a:r>
              <a:t>🏥 0 Renseignements Santé  |  🚑 0 Assistances Médicales  |  📡 0 Signaux de Surveillance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9445752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7A33"/>
                </a:solidFill>
              </a:defRPr>
            </a:pPr>
            <a:r>
              <a:t>🏥 Renseignements Santé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891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E1126"/>
                </a:solidFill>
              </a:defRPr>
            </a:pPr>
            <a:r>
              <a:t>🚑 Assistances Médicales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891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467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6EFD"/>
                </a:solidFill>
              </a:defRPr>
            </a:pPr>
            <a:r>
              <a:t>📡 Signaux de Surveillance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80467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📞 0 appel(s) sortant(s) émis  |  ⚠️ 829 autres appels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COMPARAISON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CE1126"/>
                </a:solidFill>
              </a:defRPr>
            </a:pPr>
            <a:r>
              <a:t>📊 S48_2025 vs S48_2025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737360"/>
          <a:ext cx="944575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2876"/>
                <a:gridCol w="4722876"/>
              </a:tblGrid>
              <a:tr h="22860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S48_2025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</a:tr>
              <a:tr h="2286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Aucune donnée disponible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ÉVOLUTION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E1126"/>
                </a:solidFill>
              </a:defRPr>
            </a:pPr>
            <a:r>
              <a:t>📈 Période : S48_2025 à S48_2025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737360"/>
          <a:ext cx="10725912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QUESTIONS D'INTÉRÊT POSÉES AU 1510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E1126"/>
                </a:solidFill>
              </a:defRPr>
            </a:pPr>
            <a:r>
              <a:t>📅 Période : 24 au 30 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1. Qu'elle est la durée de validité d'une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2. Est ce qu'on peut avoir une CSU avant d'accoucher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3. Combien coûte 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4. Quel est le délai pour recevoir la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5. Puis-je utiliser ma carte CSU dans toutes les structures de santé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ACTIVITÉS MENÉES ET PLANIFIÉES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01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0076"/>
                <a:gridCol w="5180076"/>
              </a:tblGrid>
              <a:tr h="25146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✅ ACTIVITÉS MENÉES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📋 ACTIVITÉS PLANIFIÉES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des opérateurs sur la gestion des appels d'urgence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Mise à jour de la base de données des centres de santé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Coordination avec les équipes de surveillance épidémiologique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Analyse des tendances hebdomadaires des appels</a:t>
                      </a:r>
                    </a:p>
                  </a:txBody>
                  <a:tcPr marL="137160" marR="137160" marT="137160"/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Extension de la couverture géographique du service 1510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Intégration d'un système de triage automatisé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continue sur les nouvelles pathologies émergentes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Évaluation de la satisfaction des usagers</a:t>
                      </a:r>
                    </a:p>
                  </a:txBody>
                  <a:tcPr marL="137160" marR="137160" marT="13716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D700"/>
                </a:solidFill>
              </a:defRPr>
            </a:pPr>
            <a:r>
              <a:t>Pour votre attention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Centre d'Appels d'Urgence Sanitaire - 1510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